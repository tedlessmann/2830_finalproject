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 and explain that FitTrack Pro is a full-stack MERN fitness tracking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real-world use case and emphasize the dashboard as the central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feature at a high level before explaining the technical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is the core full-stack connection required by the project rubric.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this is practice-level authentication. It demonstrates the concept without production-level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userId was added to workouts and goals after adding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clearly show the CRUD verbs and where they appear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React requirements: router, useState, useEffect, hooks, and a clean user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Express routes handle requests, validation, errors, and Mongoose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five steps during the video walkthrough so the presentation is organized.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ties the project back to the rubric and makes grading points easy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summarizing how the project shows full-stack integration and CRUD.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379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FitTrack Pro | MERN Stack Web Application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37160"/>
            <a:ext cx="2743200" cy="2743200"/>
          </a:xfrm>
          <a:prstGeom prst="arc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6002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FitTrack Pro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35915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FAE5"/>
                </a:solidFill>
              </a:rPr>
              <a:t>MERN Stack Final Project Presentation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296265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A fitness tracking web app for workouts, goals, dashboards, and profile management.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4059936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React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397764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405993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Express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39776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4059936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MongoDB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397764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405993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Node.js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5715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Team: Drew Doepker • Ted Lessmann • Samuel Cowling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What the app does and why it matters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074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9728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36776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Problem Solved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617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Many users struggle to stay consistent with fitness goals because workout logs, weight progress, and goals are not organized in one place.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85800" y="3657600"/>
            <a:ext cx="5074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657600"/>
            <a:ext cx="109728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877056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Solution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41832" y="4224528"/>
            <a:ext cx="4617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FitTrack Pro gives users a single dashboard to create an account, log workouts, track goals, and review progress over time.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92240" y="1417320"/>
            <a:ext cx="4617720" cy="4160520"/>
          </a:xfrm>
          <a:prstGeom prst="roundRect">
            <a:avLst>
              <a:gd name="adj" fmla="val 329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7373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Target User Flow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2331720"/>
            <a:ext cx="38404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Create or log into an account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Add workouts and fitness goals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View progress on dashboard
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Update profile and sign out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Three main user-facing parts plus profile management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09728" cy="4297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453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User Accounts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0392" y="1892808"/>
            <a:ext cx="219456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Register, log in, stay logged in with localStorage, and sign out. Only one account is active at a time.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520440" y="132588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325880"/>
            <a:ext cx="109728" cy="4297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15453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Workout Logging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776472" y="1892808"/>
            <a:ext cx="219456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Create, read, update, and delete workouts with exercise, duration, sets, reps, and calories burned.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46520" y="132588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325880"/>
            <a:ext cx="109728" cy="4297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15453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Goal Tracking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702552" y="1892808"/>
            <a:ext cx="219456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Create, edit, complete, and delete goals with targets and deadlines.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372600" y="1325880"/>
            <a:ext cx="2240280" cy="4297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1325880"/>
            <a:ext cx="109728" cy="4297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8632" y="154533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Dashboard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28632" y="1892808"/>
            <a:ext cx="178308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Shows total workouts, total minutes, calories burned, active goals, and recent workout history.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MERN Stack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End-to-end flow from browser to database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423160" y="3017520"/>
            <a:ext cx="17373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623560" y="3017520"/>
            <a:ext cx="17373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823960" y="3017520"/>
            <a:ext cx="1417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23317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47802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React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2834640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Pages, components, hooks, router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0520" y="233172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247802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38CA"/>
                </a:solidFill>
              </a:rPr>
              <a:t>Axios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70248" y="2834640"/>
            <a:ext cx="1243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HTTP requests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60920" y="233172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247802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Express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70648" y="2834640"/>
            <a:ext cx="1243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API routes and validation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241280" y="233172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14432" y="247802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MongoDB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51008" y="2834640"/>
            <a:ext cx="1289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Users, workouts, goals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Example: Add Workout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46120" y="46177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React form → Axios POST → Express route → Mongoose model → MongoDB document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&amp; Active User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Practice-level login/sign-out behavior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0972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453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Register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1832" y="1892808"/>
            <a:ext cx="28346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New user data is sent to POST /api/users/register and saved as a User document.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10972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5453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Login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90872" y="1892808"/>
            <a:ext cx="28346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Email and password are checked by POST /api/users/login. The returned user is stored as currentUser.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325880"/>
            <a:ext cx="10972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54533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Sign Out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39912" y="1892808"/>
            <a:ext cx="2788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localStorage is cleared and protected routes redirect the user back to login.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14400" y="3886200"/>
            <a:ext cx="1037844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1330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Important project behavior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4114800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Only one user is considered logged in at a time, and all workout/goal requests include that user’s ID.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61772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6B7280"/>
                </a:solidFill>
              </a:rPr>
              <a:t>Note: for a real production app, passwords should be hashed and sessions should use JWT or server-side sessions.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Database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Mongoose schemas used by the application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063240" y="3154680"/>
            <a:ext cx="1554480" cy="-82296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063240" y="3429000"/>
            <a:ext cx="1554480" cy="73152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5800" y="251460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66090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User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3017520"/>
            <a:ext cx="21579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name, email, password, age, weight, fitnessGoal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6002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746504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Workout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2103120"/>
            <a:ext cx="24780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userId, exercise, duration, sets, reps, caloriesBurned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36576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3803904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Goal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27448" y="4160520"/>
            <a:ext cx="24780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userId, title, target, deadline, completed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321040" y="1600200"/>
            <a:ext cx="2926080" cy="36118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874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Relationship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640" y="2423160"/>
            <a:ext cx="23774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Each workout belongs to one user
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Each goal belongs to one user
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Queries filter by userId
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Different accounts see different data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Functionality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How the app meets full create, read, update, delete requirements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331720" cy="3337560"/>
          </a:xfrm>
          <a:prstGeom prst="roundRect">
            <a:avLst>
              <a:gd name="adj" fmla="val 549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B981"/>
                </a:solidFill>
              </a:rPr>
              <a:t>Create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78992" y="2606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Register users; add workouts and goals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25880" y="4160520"/>
            <a:ext cx="132588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1600200"/>
            <a:ext cx="2331720" cy="3337560"/>
          </a:xfrm>
          <a:prstGeom prst="roundRect">
            <a:avLst>
              <a:gd name="adj" fmla="val 54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</a:rPr>
              <a:t>Read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867912" y="2606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View dashboard, workout history, goals, and profile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0" y="4160520"/>
            <a:ext cx="132588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2331720" cy="3337560"/>
          </a:xfrm>
          <a:prstGeom prst="roundRect">
            <a:avLst>
              <a:gd name="adj" fmla="val 549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</a:rPr>
              <a:t>Update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656832" y="2606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Edit workouts, goals, completion status, and profile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03720" y="4160520"/>
            <a:ext cx="132588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89720" y="1600200"/>
            <a:ext cx="2331720" cy="3337560"/>
          </a:xfrm>
          <a:prstGeom prst="roundRect">
            <a:avLst>
              <a:gd name="adj" fmla="val 549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54312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</a:rPr>
              <a:t>Delete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445752" y="2606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Remove workouts, goals, and test profile data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92640" y="4160520"/>
            <a:ext cx="1325880" cy="36576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DELETE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Frontend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Pages, routing, state, and user interface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0972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54533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Home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87552" y="1892808"/>
            <a:ext cx="2606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Landing page and feature overview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325880"/>
            <a:ext cx="109728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54533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Login/Register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36592" y="1892808"/>
            <a:ext cx="2606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Account creation and sign in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229600" y="132588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325880"/>
            <a:ext cx="109728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54533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Dashboard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85632" y="1892808"/>
            <a:ext cx="2606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Progress totals and recent logs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200400"/>
            <a:ext cx="10972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41985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Workouts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87552" y="3767328"/>
            <a:ext cx="2606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Workout form and history list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480560" y="320040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200400"/>
            <a:ext cx="109728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341985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Goals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36592" y="3767328"/>
            <a:ext cx="2606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Goal form and completion status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8229600" y="320040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200400"/>
            <a:ext cx="109728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341985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Profile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485632" y="3767328"/>
            <a:ext cx="2606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Edit account information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5532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React Router controls page navigation, while useState and useEffect manage forms, login state, and loaded data.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API Routes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Express endpoints that connect the frontend to MongoDB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06527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600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Routes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1600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Purpose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1874520"/>
            <a:ext cx="9966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Users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834640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POST /register, POST /login, GET /, PUT /:id, DELETE /:id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Account creation, login, profile updates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2926080"/>
            <a:ext cx="9966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Workouts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3464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GET /?userId=..., POST /, PUT /:id, DELETE /:id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Workout CRUD for the logged-in user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3977640"/>
            <a:ext cx="9966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Goals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3464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GET /?userId=..., POST /, PUT /:id, DELETE /:id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Goal CRUD for the logged-in user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Suggested walkthrough for the final video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356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3075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Register or log in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977640" y="13075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Show current user in the navbar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19456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042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1762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Dashboard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977640" y="21762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Point out totals and recent workouts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729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3044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Add workout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977640" y="30449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Create, edit, and delete a workout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39319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416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39136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Add goal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977640" y="3913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Create a goal and mark it complete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68680" y="480060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9103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00200" y="4782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Profile + sign out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977640" y="47823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Update profile and sign out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35240" y="1417320"/>
            <a:ext cx="3474720" cy="1051560"/>
          </a:xfrm>
          <a:prstGeom prst="roundRect">
            <a:avLst>
              <a:gd name="adj" fmla="val 1304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164592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Test Login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06840" y="1600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samuel@example.com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password123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635240" y="3246120"/>
            <a:ext cx="3474720" cy="1051560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345643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Run Commands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35440" y="371246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 npm run dev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client: npm run dev</a:t>
            </a:r>
            <a:endParaRPr lang="en-US" sz="1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How FitTrack Pro matches the final project rubric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983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1380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React Router pages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53312" y="1664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Home, Login, Dashboard, Workouts, Goals, Profile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355080" y="1234440"/>
            <a:ext cx="4983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85432" y="1380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Axios requests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85432" y="1664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Frontend sends GET, POST, PUT, DELETE requests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22960" y="2377440"/>
            <a:ext cx="4983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53312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Express backend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53312" y="2807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Structured server with routes and validation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355080" y="2377440"/>
            <a:ext cx="4983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85432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MongoDB + Mongoose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85432" y="2807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User, Workout, and Goal schemas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822960" y="3520440"/>
            <a:ext cx="4983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3312" y="3666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Full CRUD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53312" y="3950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Workouts, goals, and profile updates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355080" y="3520440"/>
            <a:ext cx="4983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85432" y="3666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Real-world use case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85432" y="3950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Fitness tracking and progress management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22960" y="4663440"/>
            <a:ext cx="4983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837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53312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Seed data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353312" y="5093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Test users, workouts, and goals for demo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6355080" y="4663440"/>
            <a:ext cx="4983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4837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85432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Documentation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5432" y="5093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README and presentation notes included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Roles &amp; Closing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Who contributed what and what the app demonstrates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09728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5453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Drew Doepker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87552" y="1892808"/>
            <a:ext cx="21488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Frontend design, React pages, navigation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611880" y="132588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325880"/>
            <a:ext cx="109728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15453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Ted Lessmann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867912" y="1892808"/>
            <a:ext cx="21488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Backend server, Express routes, authentication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92240" y="132588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325880"/>
            <a:ext cx="109728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5453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Samuel Cowling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748272" y="1892808"/>
            <a:ext cx="21488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MongoDB models, database setup, testing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372600" y="1325880"/>
            <a:ext cx="20574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1325880"/>
            <a:ext cx="109728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8632" y="154533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Everyone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28632" y="1892808"/>
            <a:ext cx="16002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Integration, debugging, presentation, documentation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234440" y="4343400"/>
            <a:ext cx="9738360" cy="1051560"/>
          </a:xfrm>
          <a:prstGeom prst="roundRect">
            <a:avLst>
              <a:gd name="adj" fmla="val 1304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466344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</a:rPr>
              <a:t>FitTrack Pro demonstrates a working MERN application with routing, Axios, Express APIs, MongoDB/Mongoose schemas, login/sign-out, and full CRUD functionality.</a:t>
            </a:r>
            <a:endParaRPr lang="en-US" sz="1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FitTrack Pro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FitTrack Pro MERN Stack Final Project</dc:title>
  <dc:subject>FitTrack Pro MERN Stack Final Project Presentation</dc:subject>
  <dc:creator>OpenAI</dc:creator>
  <cp:lastModifiedBy>OpenAI</cp:lastModifiedBy>
  <cp:revision>1</cp:revision>
  <dcterms:created xsi:type="dcterms:W3CDTF">2026-05-07T03:07:53Z</dcterms:created>
  <dcterms:modified xsi:type="dcterms:W3CDTF">2026-05-07T03:07:53Z</dcterms:modified>
</cp:coreProperties>
</file>